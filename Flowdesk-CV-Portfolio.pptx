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FLOWDESK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CFBF1"/>
                </a:solidFill>
                <a:latin typeface="Calibri"/>
              </a:rPr>
              <a:t>Family CRM — tickets, calendar, finance, meds, notes &amp; more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A8A29E"/>
                </a:solidFill>
                <a:latin typeface="Calibri"/>
              </a:rPr>
              <a:t>Full-stack product portfolio  ·  Built end-to-end by Arnob Banik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15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Live: https://flowdesk-banik.vercel.app   ·   Next.js · TypeScript · Prisma · Neon · Capacitor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C1917"/>
                </a:solidFill>
                <a:latin typeface="Calibri"/>
              </a:rPr>
              <a:t>Project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68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7534E"/>
                </a:solidFill>
                <a:latin typeface="Calibri"/>
              </a:rPr>
              <a:t>A production household CRM used for real family planning — shipped as web PWA + Android APK.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9488"/>
                </a:solidFill>
                <a:latin typeface="Calibri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917"/>
                </a:solidFill>
                <a:latin typeface="Calibri"/>
              </a:rPr>
              <a:t>Families juggle tickets, events, meds, money, and notes across chats and apps.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79" y="187451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9488"/>
                </a:solidFill>
                <a:latin typeface="Calibri"/>
              </a:rPr>
              <a:t>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79" y="23774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917"/>
                </a:solidFill>
                <a:latin typeface="Calibri"/>
              </a:rPr>
              <a:t>One shared workspace: Today radar, board, calendar, finance, meds, poems, and alerts.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84048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1605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9488"/>
                </a:solidFill>
                <a:latin typeface="Calibri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6634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917"/>
                </a:solidFill>
                <a:latin typeface="Calibri"/>
              </a:rPr>
              <a:t>Auth, multi-user household, 40+ API routes, mobile shell, theming, offline-capable PWA.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3840480"/>
            <a:ext cx="548640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79" y="41605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9488"/>
                </a:solidFill>
                <a:latin typeface="Calibri"/>
              </a:rPr>
              <a:t>Outcome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46634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917"/>
                </a:solidFill>
                <a:latin typeface="Calibri"/>
              </a:rPr>
              <a:t>Deployed on Vercel + Neon Postgres; Android Capacitor app loads live production URL.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C1917"/>
                </a:solidFill>
                <a:latin typeface="Calibri"/>
              </a:rPr>
              <a:t>Skills demonstrated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97280"/>
            <a:ext cx="3657600" cy="5120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310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34E4A"/>
                </a:solidFill>
                <a:latin typeface="Calibri"/>
              </a:rPr>
              <a:t>Frontend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C1917"/>
                </a:solidFill>
                <a:latin typeface="Calibri"/>
              </a:rPr>
              <a:t>•  Next.js 15 (App Router)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C1917"/>
                </a:solidFill>
                <a:latin typeface="Calibri"/>
              </a:rPr>
              <a:t>•  React 19 + TypeScript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C1917"/>
                </a:solidFill>
                <a:latin typeface="Calibri"/>
              </a:rPr>
              <a:t>•  Tailwind CSS v4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C1917"/>
                </a:solidFill>
                <a:latin typeface="Calibri"/>
              </a:rPr>
              <a:t>•  Framer Motion UI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C1917"/>
                </a:solidFill>
                <a:latin typeface="Calibri"/>
              </a:rPr>
              <a:t>•  Tiptap rich text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C1917"/>
                </a:solidFill>
                <a:latin typeface="Calibri"/>
              </a:rPr>
              <a:t>•  dnd-kit drag &amp; drop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C1917"/>
                </a:solidFill>
                <a:latin typeface="Calibri"/>
              </a:rPr>
              <a:t>•  Responsive + PWA (Serwist)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097280"/>
            <a:ext cx="3657600" cy="5120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325880"/>
            <a:ext cx="310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34E4A"/>
                </a:solidFill>
                <a:latin typeface="Calibri"/>
              </a:rPr>
              <a:t>Backend &amp; data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C1917"/>
                </a:solidFill>
                <a:latin typeface="Calibri"/>
              </a:rPr>
              <a:t>•  REST API route handlers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C1917"/>
                </a:solidFill>
                <a:latin typeface="Calibri"/>
              </a:rPr>
              <a:t>•  Prisma ORM + migrations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C1917"/>
                </a:solidFill>
                <a:latin typeface="Calibri"/>
              </a:rPr>
              <a:t>•  Neon serverless Postgres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C1917"/>
                </a:solidFill>
                <a:latin typeface="Calibri"/>
              </a:rPr>
              <a:t>•  Zod validation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C1917"/>
                </a:solidFill>
                <a:latin typeface="Calibri"/>
              </a:rPr>
              <a:t>•  Auth.js (credentials + OAuth)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C1917"/>
                </a:solidFill>
                <a:latin typeface="Calibri"/>
              </a:rPr>
              <a:t>•  Cron / alert dispatch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C1917"/>
                </a:solidFill>
                <a:latin typeface="Calibri"/>
              </a:rPr>
              <a:t>•  Web Push + email alerts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1097280"/>
            <a:ext cx="3657600" cy="5120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1325880"/>
            <a:ext cx="310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34E4A"/>
                </a:solidFill>
                <a:latin typeface="Calibri"/>
              </a:rPr>
              <a:t>Product &amp; shipping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C1917"/>
                </a:solidFill>
                <a:latin typeface="Calibri"/>
              </a:rPr>
              <a:t>•  End-to-end feature design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C1917"/>
                </a:solidFill>
                <a:latin typeface="Calibri"/>
              </a:rPr>
              <a:t>•  Household multi-tenancy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C1917"/>
                </a:solidFill>
                <a:latin typeface="Calibri"/>
              </a:rPr>
              <a:t>•  Capacitor Android APK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C1917"/>
                </a:solidFill>
                <a:latin typeface="Calibri"/>
              </a:rPr>
              <a:t>•  Vercel production deploys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C1917"/>
                </a:solidFill>
                <a:latin typeface="Calibri"/>
              </a:rPr>
              <a:t>•  Geolocation / weather APIs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C1917"/>
                </a:solidFill>
                <a:latin typeface="Calibri"/>
              </a:rPr>
              <a:t>•  Accessibility &amp; contrast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C1917"/>
                </a:solidFill>
                <a:latin typeface="Calibri"/>
              </a:rPr>
              <a:t>•  Command palette (⌘K)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917"/>
                </a:solidFill>
                <a:latin typeface="Calibri"/>
              </a:rPr>
              <a:t>What I built — product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36576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4E4A"/>
                </a:solidFill>
                <a:latin typeface="Calibri"/>
              </a:rPr>
              <a:t>Today Radar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7534E"/>
                </a:solidFill>
                <a:latin typeface="Calibri"/>
              </a:rPr>
              <a:t>Due work, meds, events, smart composer, weather, daily quote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005840"/>
            <a:ext cx="36576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188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4E4A"/>
                </a:solidFill>
                <a:latin typeface="Calibri"/>
              </a:rPr>
              <a:t>Tickets &amp; Board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508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7534E"/>
                </a:solidFill>
                <a:latin typeface="Calibri"/>
              </a:rPr>
              <a:t>Kanban statuses, assignees, focus, inbox triage, templates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005840"/>
            <a:ext cx="36576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188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4E4A"/>
                </a:solidFill>
                <a:latin typeface="Calibri"/>
              </a:rPr>
              <a:t>Calendar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508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7534E"/>
                </a:solidFill>
                <a:latin typeface="Calibri"/>
              </a:rPr>
              <a:t>Events, postpone / finish-early, Google sync hooks, holidays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31720"/>
            <a:ext cx="36576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514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4E4A"/>
                </a:solidFill>
                <a:latin typeface="Calibri"/>
              </a:rPr>
              <a:t>Finance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83463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7534E"/>
                </a:solidFill>
                <a:latin typeface="Calibri"/>
              </a:rPr>
              <a:t>Income/spend, budgets, savings goals, BD income-tax calculator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2331720"/>
            <a:ext cx="36576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2514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4E4A"/>
                </a:solidFill>
                <a:latin typeface="Calibri"/>
              </a:rPr>
              <a:t>Meds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83463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7534E"/>
                </a:solidFill>
                <a:latin typeface="Calibri"/>
              </a:rPr>
              <a:t>Schedules, dose logs, timezone-aware reminders before dose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331720"/>
            <a:ext cx="36576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2514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4E4A"/>
                </a:solidFill>
                <a:latin typeface="Calibri"/>
              </a:rPr>
              <a:t>Notes &amp; Poems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283463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7534E"/>
                </a:solidFill>
                <a:latin typeface="Calibri"/>
              </a:rPr>
              <a:t>TipTap notes; poems atelier with dictionary + doodle pad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657600"/>
            <a:ext cx="36576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840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4E4A"/>
                </a:solidFill>
                <a:latin typeface="Calibri"/>
              </a:rPr>
              <a:t>People &amp; Projects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1605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7534E"/>
                </a:solidFill>
                <a:latin typeface="Calibri"/>
              </a:rPr>
              <a:t>Contacts, follow-ups, life-area projects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3657600"/>
            <a:ext cx="36576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26280" y="3840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4E4A"/>
                </a:solidFill>
                <a:latin typeface="Calibri"/>
              </a:rPr>
              <a:t>Focus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41605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7534E"/>
                </a:solidFill>
                <a:latin typeface="Calibri"/>
              </a:rPr>
              <a:t>Pomodoro timer with ticket linkage and stats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3657600"/>
            <a:ext cx="36576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60" y="3840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4E4A"/>
                </a:solidFill>
                <a:latin typeface="Calibri"/>
              </a:rPr>
              <a:t>Alerts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41605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7534E"/>
                </a:solidFill>
                <a:latin typeface="Calibri"/>
              </a:rPr>
              <a:t>In-app, Web Push, and email for due items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983479"/>
            <a:ext cx="36576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51663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4E4A"/>
                </a:solidFill>
                <a:latin typeface="Calibri"/>
              </a:rPr>
              <a:t>Theme 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48639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7534E"/>
                </a:solidFill>
                <a:latin typeface="Calibri"/>
              </a:rPr>
              <a:t>Palettes, light/dark, Bing wallpaper live/pinned modes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4983479"/>
            <a:ext cx="36576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26280" y="51663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4E4A"/>
                </a:solidFill>
                <a:latin typeface="Calibri"/>
              </a:rPr>
              <a:t>Auth &amp; household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80" y="548639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7534E"/>
                </a:solidFill>
                <a:latin typeface="Calibri"/>
              </a:rPr>
              <a:t>Signup, invite codes, Google OAuth, account settings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38160" y="4983479"/>
            <a:ext cx="365760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66760" y="51663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4E4A"/>
                </a:solidFill>
                <a:latin typeface="Calibri"/>
              </a:rPr>
              <a:t>Mobile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548639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7534E"/>
                </a:solidFill>
                <a:latin typeface="Calibri"/>
              </a:rPr>
              <a:t>Capacitor Android shell + geolocation + notifications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917"/>
                </a:solidFill>
                <a:latin typeface="Calibri"/>
              </a:rPr>
              <a:t>Architecture &amp; delivery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2011680" cy="7315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39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Client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051560"/>
            <a:ext cx="88696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71800" y="1252728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917"/>
                </a:solidFill>
                <a:latin typeface="Calibri"/>
              </a:rPr>
              <a:t>Next.js App Router UI · React Server/Client components · Capacitor WebView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20239"/>
            <a:ext cx="2011680" cy="731520"/>
          </a:xfrm>
          <a:prstGeom prst="round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920239"/>
            <a:ext cx="88696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2121408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917"/>
                </a:solidFill>
                <a:latin typeface="Calibri"/>
              </a:rPr>
              <a:t>Route handlers under /api/* · session-gated · Zod-validated payloads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2788920"/>
            <a:ext cx="2011680" cy="7315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97180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Auth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2788920"/>
            <a:ext cx="88696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71800" y="2990088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917"/>
                </a:solidFill>
                <a:latin typeface="Calibri"/>
              </a:rPr>
              <a:t>Auth.js v5 · credentials + Google · household membership checks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657599"/>
            <a:ext cx="2011680" cy="731520"/>
          </a:xfrm>
          <a:prstGeom prst="round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840479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3657599"/>
            <a:ext cx="88696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71800" y="3858768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917"/>
                </a:solidFill>
                <a:latin typeface="Calibri"/>
              </a:rPr>
              <a:t>Prisma models · Postgres on Neon · migrations in CI/deploy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526279"/>
            <a:ext cx="2011680" cy="7315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709159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Jobs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0" y="4526279"/>
            <a:ext cx="88696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71800" y="4727447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917"/>
                </a:solidFill>
                <a:latin typeface="Calibri"/>
              </a:rPr>
              <a:t>Alert pipeline (due tickets/events/meds) · push + SMTP email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394960"/>
            <a:ext cx="2011680" cy="731520"/>
          </a:xfrm>
          <a:prstGeom prst="round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5778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0" y="5394960"/>
            <a:ext cx="88696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71800" y="5596128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C1917"/>
                </a:solidFill>
                <a:latin typeface="Calibri"/>
              </a:rPr>
              <a:t>Vercel production · env secrets · dual aliases (banik / rose)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C1917"/>
                </a:solidFill>
                <a:latin typeface="Calibri"/>
              </a:rPr>
              <a:t>CV-ready accomplishment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7534E"/>
                </a:solidFill>
                <a:latin typeface="Calibri"/>
              </a:rPr>
              <a:t>Copy-paste into your résumé (tailor numbers / emphasis as needed).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0">
                <a:solidFill>
                  <a:srgbClr val="1C1917"/>
                </a:solidFill>
                <a:latin typeface="Calibri"/>
              </a:rPr>
              <a:t>▸  Designed and shipped Flowdesk, a full-stack family CRM covering tasks, calendar, finance, medication schedules, notes, and alerts.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0">
                <a:solidFill>
                  <a:srgbClr val="1C1917"/>
                </a:solidFill>
                <a:latin typeface="Calibri"/>
              </a:rPr>
              <a:t>▸  Built a Next.js 15 / TypeScript / Prisma application with 40+ authenticated API routes and household-scoped multi-user data isolation.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0">
                <a:solidFill>
                  <a:srgbClr val="1C1917"/>
                </a:solidFill>
                <a:latin typeface="Calibri"/>
              </a:rPr>
              <a:t>▸  Implemented Auth.js authentication (email/password + Google OAuth) and invite-code household onboarding.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0">
                <a:solidFill>
                  <a:srgbClr val="1C1917"/>
                </a:solidFill>
                <a:latin typeface="Calibri"/>
              </a:rPr>
              <a:t>▸  Delivered production UX: Today radar, Kanban board, smart natural-language composer, command palette, and theme/wallpaper system.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0">
                <a:solidFill>
                  <a:srgbClr val="1C1917"/>
                </a:solidFill>
                <a:latin typeface="Calibri"/>
              </a:rPr>
              <a:t>▸  Created domain modules including BD income-tax calculator, timezone-aware med reminders, recurring events, and a poems atelier with dictionary + doodle tools.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0">
                <a:solidFill>
                  <a:srgbClr val="1C1917"/>
                </a:solidFill>
                <a:latin typeface="Calibri"/>
              </a:rPr>
              <a:t>▸  Integrated Web Push and email alert dispatch for due tickets, events, and medication doses.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0">
                <a:solidFill>
                  <a:srgbClr val="1C1917"/>
                </a:solidFill>
                <a:latin typeface="Calibri"/>
              </a:rPr>
              <a:t>▸  Packaged a Capacitor Android APK that loads the live Vercel deployment; configured PWA (Serwist) for installable web use.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300" b="0">
                <a:solidFill>
                  <a:srgbClr val="1C1917"/>
                </a:solidFill>
                <a:latin typeface="Calibri"/>
              </a:rPr>
              <a:t>▸  Operated continuous production deploys on Vercel with Neon Postgres migrations and dual production aliases.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917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0120"/>
            <a:ext cx="2377440" cy="457200"/>
          </a:xfrm>
          <a:prstGeom prst="round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3327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Language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033272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917"/>
                </a:solidFill>
                <a:latin typeface="Calibri"/>
              </a:rPr>
              <a:t>TypeScript, JavaScript (Node 22)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90472"/>
            <a:ext cx="2377440" cy="457200"/>
          </a:xfrm>
          <a:prstGeom prst="round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6362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Web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1563624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917"/>
                </a:solidFill>
                <a:latin typeface="Calibri"/>
              </a:rPr>
              <a:t>Next.js 15 (App Router), React 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020824"/>
            <a:ext cx="2377440" cy="457200"/>
          </a:xfrm>
          <a:prstGeom prst="round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09397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Styling / UX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093976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917"/>
                </a:solidFill>
                <a:latin typeface="Calibri"/>
              </a:rPr>
              <a:t>Tailwind CSS 4, Framer Motion, Lucide icons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551176"/>
            <a:ext cx="2377440" cy="457200"/>
          </a:xfrm>
          <a:prstGeom prst="round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6243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ORM / 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624328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917"/>
                </a:solidFill>
                <a:latin typeface="Calibri"/>
              </a:rPr>
              <a:t>Prisma 6, PostgreSQL (Neon)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081528"/>
            <a:ext cx="2377440" cy="457200"/>
          </a:xfrm>
          <a:prstGeom prst="round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1546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Auth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15468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917"/>
                </a:solidFill>
                <a:latin typeface="Calibri"/>
              </a:rPr>
              <a:t>Auth.js v5, bcrypt, Google OAuth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611880"/>
            <a:ext cx="2377440" cy="457200"/>
          </a:xfrm>
          <a:prstGeom prst="round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68503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Editors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3685032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917"/>
                </a:solidFill>
                <a:latin typeface="Calibri"/>
              </a:rPr>
              <a:t>Tiptap (notes), custom poem + canvas doodle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142231"/>
            <a:ext cx="2377440" cy="457200"/>
          </a:xfrm>
          <a:prstGeom prst="round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215383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Mobile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4215383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917"/>
                </a:solidFill>
                <a:latin typeface="Calibri"/>
              </a:rPr>
              <a:t>Capacitor 8 (Android), Geolocation, Local Notifications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672583"/>
            <a:ext cx="2377440" cy="457200"/>
          </a:xfrm>
          <a:prstGeom prst="round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74573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PWA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4745736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917"/>
                </a:solidFill>
                <a:latin typeface="Calibri"/>
              </a:rPr>
              <a:t>Serwist service worker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202936"/>
            <a:ext cx="2377440" cy="457200"/>
          </a:xfrm>
          <a:prstGeom prst="round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27608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Integrations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5276088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917"/>
                </a:solidFill>
                <a:latin typeface="Calibri"/>
              </a:rPr>
              <a:t>Open-Meteo weather, Free Dictionary API, Bing wallpaper, Web Push, Nodemailer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733288"/>
            <a:ext cx="2377440" cy="457200"/>
          </a:xfrm>
          <a:prstGeom prst="round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806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Tooling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580644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917"/>
                </a:solidFill>
                <a:latin typeface="Calibri"/>
              </a:rPr>
              <a:t>Zod, date-fns, rrule, chrono-node, ESLint, Vercel CI/CD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Thanks — happy to walk through the codebase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CFBF1"/>
                </a:solidFill>
                <a:latin typeface="Calibri"/>
              </a:rPr>
              <a:t>Live demo</a:t>
            </a:r>
          </a:p>
          <a:p>
            <a:pPr algn="l"/>
            <a:r>
              <a:rPr sz="1800" b="0">
                <a:solidFill>
                  <a:srgbClr val="FFFFFF"/>
                </a:solidFill>
                <a:latin typeface="Calibri"/>
              </a:rPr>
              <a:t>https://flowdesk-banik.vercel.app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400" b="1">
                <a:solidFill>
                  <a:srgbClr val="CCFBF1"/>
                </a:solidFill>
                <a:latin typeface="Calibri"/>
              </a:rPr>
              <a:t>Stack highlight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Next.js · TypeScript · Prisma · Neon · Auth.js · Capacitor · Vercel</a:t>
            </a:r>
          </a:p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400" b="1">
                <a:solidFill>
                  <a:srgbClr val="CCFBF1"/>
                </a:solidFill>
                <a:latin typeface="Calibri"/>
              </a:rPr>
              <a:t>Role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Sole builder — product design, implementation, and production operations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